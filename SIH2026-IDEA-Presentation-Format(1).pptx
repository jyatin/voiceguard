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3A999A-8B0C-487A-BA25-32A5094F075D}" v="5" dt="2026-09-18T09:32:16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0" y="-8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ika Arora" userId="784af39ce94fa09c" providerId="LiveId" clId="{0D5C3489-1886-46C9-9FAE-2CC73922B67B}"/>
    <pc:docChg chg="modSld">
      <pc:chgData name="Geetika Arora" userId="784af39ce94fa09c" providerId="LiveId" clId="{0D5C3489-1886-46C9-9FAE-2CC73922B67B}" dt="2026-09-18T09:32:47.554" v="23" actId="14100"/>
      <pc:docMkLst>
        <pc:docMk/>
      </pc:docMkLst>
      <pc:sldChg chg="modSp mod">
        <pc:chgData name="Geetika Arora" userId="784af39ce94fa09c" providerId="LiveId" clId="{0D5C3489-1886-46C9-9FAE-2CC73922B67B}" dt="2026-09-18T09:32:47.554" v="23" actId="14100"/>
        <pc:sldMkLst>
          <pc:docMk/>
          <pc:sldMk cId="3916788613" sldId="296"/>
        </pc:sldMkLst>
        <pc:spChg chg="mod">
          <ac:chgData name="Geetika Arora" userId="784af39ce94fa09c" providerId="LiveId" clId="{0D5C3489-1886-46C9-9FAE-2CC73922B67B}" dt="2026-09-18T09:32:47.554" v="23" actId="14100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arxiv.org/abs/2111.02813?utm_source=chatgpt.com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arxiv.org/abs/2109.00537?utm_source=chatgpt.com" TargetMode="External"/><Relationship Id="rId4" Type="http://schemas.openxmlformats.org/officeDocument/2006/relationships/hyperlink" Target="https://arxiv.org/abs/2011.01108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15881"/>
            <a:ext cx="6523606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SIH26104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b="0" i="0" u="none" strike="noStrike" dirty="0">
                <a:effectLst/>
                <a:latin typeface="montserratregular"/>
              </a:rPr>
              <a:t>AI-Powered Real-Time Detection and Prevention of Voice Cloning Impersonation Attacks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Cybersecurity and Blockchain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SIH-S-B3-255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YoruH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EA844A-6E53-24D3-2ED6-D3BDA871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835"/>
            <a:ext cx="12192000" cy="68461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A8FDAD-BE88-2C25-D751-34CEB0DDF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117" y="11835"/>
            <a:ext cx="1463167" cy="8352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7549421-FB6A-B830-54B8-270089A36BE0}"/>
              </a:ext>
            </a:extLst>
          </p:cNvPr>
          <p:cNvSpPr/>
          <p:nvPr/>
        </p:nvSpPr>
        <p:spPr>
          <a:xfrm>
            <a:off x="0" y="6486957"/>
            <a:ext cx="12191999" cy="365125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SMART INDIA HACKATHON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8166BB-1740-05F9-D0D2-335237BC7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59"/>
            <a:ext cx="12192000" cy="68388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4CF661-2605-CF01-50B4-EF1A2AE43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00"/>
            <a:ext cx="1463167" cy="835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5DF9D-F1C1-99D0-511F-B9FE679AC8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86300"/>
            <a:ext cx="12192000" cy="562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109DE0-F7D5-87D5-D851-E262D0BE0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A5F36A-AAAC-8124-61ED-319357B79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003"/>
            <a:ext cx="1463167" cy="835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25A209-FD36-7CEF-C5E2-97AF195D5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6324540"/>
            <a:ext cx="12192000" cy="56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00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010000"/>
                </a:solidFill>
                <a:latin typeface="Algerian" panose="04020705040A02060702" pitchFamily="82" charset="0"/>
              </a:rPr>
              <a:t>YoruH</a:t>
            </a:r>
            <a:endParaRPr lang="en-IN" sz="2000" b="1" dirty="0">
              <a:solidFill>
                <a:srgbClr val="010000"/>
              </a:solidFill>
              <a:latin typeface="Algerian" panose="04020705040A02060702" pitchFamily="8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F6B6BB-9904-B5DD-C39B-D133A4583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17"/>
            <a:ext cx="12192000" cy="6846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24E135-15A9-02C7-8940-5939DC2A0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"/>
            <a:ext cx="1463167" cy="835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719825-5F5F-5A73-BD28-A759AC86E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6412888"/>
            <a:ext cx="12192000" cy="56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5471" y="2350952"/>
            <a:ext cx="7026869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Wavefake (2021) Frank and Schonherr- </a:t>
            </a: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https://arxiv.org/abs/2111.02813</a:t>
            </a:r>
            <a:endParaRPr lang="en-US" sz="2800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Rawnet2 (2020)- </a:t>
            </a:r>
            <a:r>
              <a:rPr kumimoji="0" lang="en-US" sz="2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  <a:hlinkClick r:id="rId4"/>
              </a:rPr>
              <a:t>https://arxiv.org/abs/2011.01108</a:t>
            </a:r>
            <a:endParaRPr kumimoji="0" lang="en-US" sz="28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ASVspoof 2021 Yamagishi et al.-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https://arxiv.org/abs/2109.00537</a:t>
            </a:r>
            <a:endParaRPr kumimoji="0" lang="en-US" sz="28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A20B6B-7549-3D9B-E57E-C06D6ACC7F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6382973"/>
            <a:ext cx="12192000" cy="5624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543742-2CD1-2A5F-944F-553002F9D9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471" y="182354"/>
            <a:ext cx="1691148" cy="8814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DB7C9D-3E86-0EAB-B9C2-C86A2FE059A9}"/>
              </a:ext>
            </a:extLst>
          </p:cNvPr>
          <p:cNvSpPr txBox="1"/>
          <p:nvPr/>
        </p:nvSpPr>
        <p:spPr>
          <a:xfrm>
            <a:off x="540773" y="1730478"/>
            <a:ext cx="2428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Research Papers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D141A-5E9B-EA54-ABC0-9F77E9EC1F6D}"/>
              </a:ext>
            </a:extLst>
          </p:cNvPr>
          <p:cNvSpPr txBox="1"/>
          <p:nvPr/>
        </p:nvSpPr>
        <p:spPr>
          <a:xfrm>
            <a:off x="8357421" y="1618380"/>
            <a:ext cx="329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Datasets / Resources 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6EC79-1272-6D41-B720-B3DA7AAFD081}"/>
              </a:ext>
            </a:extLst>
          </p:cNvPr>
          <p:cNvSpPr txBox="1"/>
          <p:nvPr/>
        </p:nvSpPr>
        <p:spPr>
          <a:xfrm>
            <a:off x="8357421" y="2678139"/>
            <a:ext cx="32053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Wavefake Dataset</a:t>
            </a:r>
          </a:p>
          <a:p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ASVspoof 2021</a:t>
            </a:r>
          </a:p>
          <a:p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Our own Datasets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8596</TotalTime>
  <Words>230</Words>
  <Application>Microsoft Office PowerPoint</Application>
  <PresentationFormat>Widescreen</PresentationFormat>
  <Paragraphs>54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Algerian</vt:lpstr>
      <vt:lpstr>Arial</vt:lpstr>
      <vt:lpstr>Calibri</vt:lpstr>
      <vt:lpstr>Garamond</vt:lpstr>
      <vt:lpstr>montserratregular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Geetika Arora</cp:lastModifiedBy>
  <cp:revision>150</cp:revision>
  <dcterms:created xsi:type="dcterms:W3CDTF">2013-12-12T18:46:50Z</dcterms:created>
  <dcterms:modified xsi:type="dcterms:W3CDTF">2026-09-18T09:32:54Z</dcterms:modified>
  <cp:category/>
</cp:coreProperties>
</file>